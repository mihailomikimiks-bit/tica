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A6E64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7A6E64"/>
                </a:solidFill>
                <a:latin typeface="Calibri"/>
              </a:rPr>
              <a:t>Koncentracija metana u vazduhu (ppb)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Metan (ppb)</c:v>
                </c:pt>
              </c:strCache>
            </c:strRef>
          </c:tx>
          <c:spPr>
            <a:solidFill>
              <a:srgbClr val="B9573A"/>
            </a:solidFill>
            <a:ln w="38100" cap="flat">
              <a:solidFill>
                <a:srgbClr val="B957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242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573A"/>
              </a:solidFill>
              <a:ln w="9525" cap="flat">
                <a:solidFill>
                  <a:srgbClr val="B957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1750</c:v>
                  </c:pt>
                  <c:pt idx="1">
                    <c:v>1850</c:v>
                  </c:pt>
                  <c:pt idx="2">
                    <c:v>1900</c:v>
                  </c:pt>
                  <c:pt idx="3">
                    <c:v>1950</c:v>
                  </c:pt>
                  <c:pt idx="4">
                    <c:v>1980</c:v>
                  </c:pt>
                  <c:pt idx="5">
                    <c:v>2000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720</c:v>
                </c:pt>
                <c:pt idx="1">
                  <c:v>800</c:v>
                </c:pt>
                <c:pt idx="2">
                  <c:v>900</c:v>
                </c:pt>
                <c:pt idx="3">
                  <c:v>1130</c:v>
                </c:pt>
                <c:pt idx="4">
                  <c:v>1570</c:v>
                </c:pt>
                <c:pt idx="5">
                  <c:v>1770</c:v>
                </c:pt>
                <c:pt idx="6">
                  <c:v>1920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242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E6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"/>
          <c:min val="60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E6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A6E64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7A6E64"/>
                </a:solidFill>
                <a:latin typeface="Calibri"/>
              </a:rPr>
              <a:t>Sadržaj humusa u tipovima zemljišta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Humus (%)</c:v>
                </c:pt>
              </c:strCache>
            </c:strRef>
          </c:tx>
          <c:spPr>
            <a:solidFill>
              <a:srgbClr val="3B2A1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4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2A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44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52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6B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8A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Černozem (Vojvodina)</c:v>
                  </c:pt>
                  <c:pt idx="1">
                    <c:v>Smonica</c:v>
                  </c:pt>
                  <c:pt idx="2">
                    <c:v>Gajnjača</c:v>
                  </c:pt>
                  <c:pt idx="3">
                    <c:v>Podzol</c:v>
                  </c:pt>
                  <c:pt idx="4">
                    <c:v>Peskovito tlo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4</c:v>
                </c:pt>
                <c:pt idx="2">
                  <c:v>2.5</c:v>
                </c:pt>
                <c:pt idx="3">
                  <c:v>1.5</c:v>
                </c:pt>
                <c:pt idx="4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A24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E6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Uvod: organske supstance nisu samo u živim bićima. Postaviti pitanje publici gde misle da ih ima u neživoj prirodi.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Definicija i granica organsko/neorgansko.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Pregled strukture prezentacije: idemo redom kroz četiri sfere.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Ključna ideja: organske supstance u neživoj prirodi su uglavnom poreklom iz nekadašnjih živih bića, ali ne sve (kosmos!).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Izvori: NOAA, IPCC AR6 (približne vrednosti). Metan je porastao 2,6 puta od predindustrijskog doba.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 ≈ 660–700 Gt C (Hansell i sar.). Natural seeps ≈ 45–50% nafte u okeanu (NRC, 2003).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Vrednosti humusa su tipični rasponi za Srbiju (zaokruženo).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Fosilna goriva su najveći koncentrat organskih supstanci u litosferi.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Ovi materijali su mineraloidi — nemaju kristalnu strukturu, ali se nalaze u Zemljinoj kori kao i minerali.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Molekule u svemiru detektuju radio-teleskopi po spektru. Aminokiseline u meteoritima su racemske smeše — dokaz da nisu zemaljsko zagađenje.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1828. (Veler, sinteza uree) verovalo se da organske supstance može da stvori samo „životna sila“.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Sažetak značaja; povezati sa svakodnevnim životom.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Hemija  ·  Priroda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Zastupljenost organskih supstanci u neživoj prirodi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Ugljenik je svuda — u vazduhu, vodi, stenama i svemiru. Gde se tačno kriju organske supstance izvan živih bića?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Šta su organske supstance?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Organske supstance su jedinjenja ugljenika. Atomi ugljenika se vezuju u lance i prstenove, a za njih se vezuju vodonik, kiseonik, azot, sumpor i fosfor. Zato ih ima na milione — više nego svih neorganskih jedinjenja zajedno.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57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Izuzeci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Neka jedinjenja ugljenika se ipak ubrajaju u neorganska: ugljen-dioksid (CO₂), ugljen-monoksid (CO), karbonati (krečnjak, CaCO₃) i karbidi. Ona jesu deo priče o ugljeniku, ali ne i organske supstance.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Metan, CH₄ — najjednostavnija organska supstanca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Gde ih sve ima?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Četiri „adrese“ organskih supstanci izvan živih bića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383280" cy="3383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2062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508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Atmosfera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801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metan, isparljiva organska jedinjenja, aerosoli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23317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Hidrosfera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624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rastvoreni organski ugljenik, huminske supstance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154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Litosfera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447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humus, treset, ugalj, nafta, gas, ćilibar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977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Kosmos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4270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meteoriti, komete, međuzvezdani oblaci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Živa i neživa priroda su povezane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Kruženje ugljenika — organske supstance stalno prelaze iz jednog dela prirode u drugi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931920" cy="3493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50876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Biljke fotosintezom vezuju CO₂ iz vazduha u organske supstance. Kada organizmi uginu, deo tih supstanci ostaje u zemljištu kao humus, deo tone na dno mora, a mali deo se milionima godina pretvara u naftu, ugalj i gas.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2004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Tako organske supstance „iz života“ postaju deo neživе prirode — a truljenjem, sagorevanjem i vulkanima ugljenik se vraća u atmosferu.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Atmosfera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 po količini, veliko po uticaju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57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CH₄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011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 je glavna organska supstanca u vazduhu. Nastaje u močvarama, na pirinčanim poljima, u stomacima preživara i curenjem iz gasovoda. Ima ga samo 0,0002 %, ali kao gas staklene bašte greje 80 puta jače od CO₂.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Isparljiva organska jedinjenja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39136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Miris borove šume su terpeni; miris kiše — geosmin. Šume ih emituju više nego sav saobraćaj.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Hidrosfera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Okean je najveći rezervoar organskih supstanci na planeti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700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milijardi tona rastvorenog organskog ugljenika u okeanima — koliko i sav CO₂ u atmosferi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600200"/>
            <a:ext cx="1417320" cy="0"/>
          </a:xfrm>
          <a:prstGeom prst="line">
            <a:avLst/>
          </a:prstGeom>
          <a:noFill/>
          <a:ln w="12700">
            <a:solidFill>
              <a:srgbClr val="D99A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7373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Rastvoreni organski ugljenik (DOC)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6888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Ostaci planktona, šećeri, aminokiseline, huminske supstance. Svaka čaša morske vode sadrži ih na milione molekula.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600200"/>
            <a:ext cx="1417320" cy="0"/>
          </a:xfrm>
          <a:prstGeom prst="line">
            <a:avLst/>
          </a:prstGeom>
          <a:noFill/>
          <a:ln w="12700">
            <a:solidFill>
              <a:srgbClr val="D99A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2120" y="17373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Huminske supstance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46888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Daju rekama i jezerima smeđu boju („crne reke“ poput Rio Negra). Nastaju raspadanjem lišća i treseta.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600200"/>
            <a:ext cx="1417320" cy="0"/>
          </a:xfrm>
          <a:prstGeom prst="line">
            <a:avLst/>
          </a:prstGeom>
          <a:noFill/>
          <a:ln w="1270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17373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Ugljovodonici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468880"/>
            <a:ext cx="1417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 prirodno curi sa dna mora — oko polovine nafte u okeanu dolazi iz prirodnih izvora, ne od tankera.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B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Zemljište: humus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Najvažnija organska supstanca nežive prirode za život na kopnu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840480" cy="2880360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4663440" y="137160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37947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Humus čine huminske i fulvo kiseline — tamne, složene supstance nastale raspadanjem biljnih ostataka. Zadržava vodu i minerale i daje zemljištu crnu boju. Zemljišta sveta drže više ugljenika nego atmosfera i sve biljke zajedno.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Fosilna goriva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Organske supstance zarobljene u stenama milionima godina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754880" cy="2642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57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Kako nastaju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8288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Biljke močvara → treset → lignit → kameni ugalj → antracit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Plankton na dnu mora → kerogen → nafta i prirodni gas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Uslovi: bez kiseonika, visok pritisak, 60–150 °C, milioni godina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57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Zanimljivo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8587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 je smeša od preko 10 000 različitih ugljovodonika. Najstariji ugalj u Srbiji (Rtanj, Vrška Čuka) star je oko 300 miliona godina.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Minerali organskog porekla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 organska supstanca postane „kamen“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3749040" cy="28163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Ćilibar — fosilna smola četinara, stara 30–90 miliona godina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Ćilibar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očvrsla smola drveća; u njemu su sačuvani insekti i biljke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Bitumen i asfalt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786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prirodne smeše teških ugljovodonika (jezero Pič, Trinidad)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63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Ozokerit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3558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„zemni vosak“ — prirodni parafin iz naftonosnih stena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Gagat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33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crni, sjajni fosilizovani drvo-ugalj, koristi se za nakit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Organske supstance u kosmosu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Ugljenikova hemija nije zemaljska privilegija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023360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1508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300+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5544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organskih molekula otkriveno u međuzvezdanom prostoru — među njima metanol, formaldehid i etil-alkohol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1969.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2606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 Marčison pao u Australiji; u njemu je nađeno preko 70 aminokiselina — gradivnih blokova belančevina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3611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Titan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365760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Saturnov mesec ima jezera i kišu od tečnog metana i etana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E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Mogu li nastati bez života?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Milerov eksperiment, 1953.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566160" cy="31181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480560" y="1508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Stenli Miler je u staklenoj aparaturi spojio „okean“ (vodu) i „atmosferu“ mlade Zemlje (metan, amonijak, vodonik), pa kroz smešu nedelju dana puštao električne varnice — veštačke munje.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57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Rezultat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32004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 je potamnela — nastalo je više od 20 aminokiselina i drugih organskih jedinjenja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Dokaz da organske supstance nastaju i abiogeno, iz neorganskih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Slični procesi se i danas odvijaju u vulkanima, hidrotermalnim izvorima i kosmosu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Zašto je to važno?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Energija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20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Nafta, ugalj i gas daju oko 80 % svetske energije — sve su to organske supstance iz neživе prirode.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Plodnost tla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9202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humusa nema poljoprivrede. Jedan santimetar humusa nastaje oko 100 godina.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Klima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11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 i CO₂ iz zemljišta, močvara i permafrosta odlučuju o temperaturi planete.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39319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32644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Poreklo života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611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A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Organske supstance iz kosmosa i mlade Zemlje su možda prvi koraci ka prvim ćelijama.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E6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Hvala na pažnji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Zastupljenost organskih supstanci u neživoj prirodi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2026-09-30T21:18:31Z</dcterms:created>
  <dcterms:modified xsi:type="dcterms:W3CDTF">2026-09-30T21:18:31Z</dcterms:modified>
</cp:coreProperties>
</file>